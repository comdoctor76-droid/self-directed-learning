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01168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B37E"/>
                </a:solidFill>
                <a:latin typeface="맑은 고딕"/>
              </a:rPr>
              <a:t>PC 버전 상세 사용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2610 주요치료비통합보장
시뮬레이터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BD5E1"/>
                </a:solidFill>
                <a:latin typeface="맑은 고딕"/>
              </a:rPr>
              <a:t>특약 보험금 시뮬레이션 — 화면 설명과 사용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맑은 고딕"/>
              </a:rPr>
              <a:t>스스로 학습하기 · 교육용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차례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1. 들어가는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2. 화면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3. 연차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4. 담보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39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5. 자동 연동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6. 암추가보장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321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7. 레벨업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8. 그래프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9. 통장 한도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10. 인쇄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977639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2744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91440" cy="457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01 · 들어가는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영업전략 → 10월 영업전략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메인 화면에서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이달의 이슈(영업전략)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카드를 누르고,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10월 영업전략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카드를 누릅니다.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안에 카드가 두 장 나옵니다: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2610 주요치료비통합보장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(시뮬레이터),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이달의 매거진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(프레젠테이션).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위쪽 시뮬레이터 카드를 누르면 전체 화면으로 열립니다.</a:t>
            </a:r>
          </a:p>
        </p:txBody>
      </p:sp>
      <p:pic>
        <p:nvPicPr>
          <p:cNvPr id="6" name="Picture 5" descr="01-month-c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10월 영업전략 안의 두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01 · 들어가는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전체 화면 시뮬레이터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위쪽 남색 바에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🔗 링크 복사 · 🖨 인쇄 · ↗ 새 창 · ✕ 닫기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버튼이 있습니다.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🔗를 누르면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단독 실행 링크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(sim2610.html)가 클립보드에 복사됩니다. 받은 사람은 시뮬레이터만 열어 볼 수 있습니다.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↗는 같은 단독 페이지를 새 창으로 엽니다.</a:t>
            </a:r>
          </a:p>
        </p:txBody>
      </p:sp>
      <p:pic>
        <p:nvPicPr>
          <p:cNvPr id="6" name="Picture 5" descr="02-sim-in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사이트 안에서 열린 시뮬레이터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02 ·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화면 구성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제목줄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제목, 10억/5억 통장 선택, 20년 갱신 표시. 암추가보장에 체크하면 통장 버튼 안에 “＋암추가 20만”이 표시됩니다.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가입 후 경과 기간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1년 미만 ~ 20년 차 선택 줄. 스크롤해도 위에 고정됩니다.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현재 통장 잔고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남은 금액·잔여/사용 비율·막대. 선택한 만큼 막대 오른쪽이 채워집니다.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담보 4칸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암 보장 / 암추가보장 특약 / 유사암·기타 질병 / 뇌·심장 A·B.</a:t>
            </a:r>
          </a:p>
        </p:txBody>
      </p:sp>
      <p:pic>
        <p:nvPicPr>
          <p:cNvPr id="6" name="Picture 5" descr="03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시뮬레이터 첫 화면 (1년 미만 선택 상태)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03 · 연차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가입 후 경과 기간 선택</a:t>
            </a:r>
          </a:p>
        </p:txBody>
      </p:sp>
      <p:pic>
        <p:nvPicPr>
          <p:cNvPr id="5" name="Picture 4" descr="04-hea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1561364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2841524"/>
            <a:ext cx="10881360" cy="3833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보험금을 받는 상황이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가입 후 몇 년 차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인지 고릅니다. 연차마다 담보를 따로 선택할 수 있습니다.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1년 미만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은 암·뇌심 담보가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50% 감액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되어 금액이 절반으로 표시됩니다.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10년 차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는 레벨업 조건을 충족하면 “10년 차(레벨업)”으로 표시되고 빨간 테두리가 깜박입니다.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오른쪽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전체 초기화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를 누르면 모든 연차의 선택이 지워집니다.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제목줄과 고정 연차 선택줄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04 · 담보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담보를 눌러 선택·취소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담보 박스를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한 번 클릭하면 선택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, 다시 클릭하면 취소됩니다.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선택하면 색 테두리가 생기고, 위쪽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통장 잔고·막대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가 즉시 줄어듭니다. 막대 안에 “-11.1%”처럼 사용 비율이 표시됩니다.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선택은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지금 고른 연차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에만 적용됩니다.</a:t>
            </a:r>
          </a:p>
        </p:txBody>
      </p:sp>
      <p:pic>
        <p:nvPicPr>
          <p:cNvPr id="6" name="Picture 5" descr="05-sel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3년 차에 암 수술·약물·방사선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04 · 담보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마우스를 올리면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담보 박스에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마우스를 올리면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어떤 보장인지 쉬운 설명이 말풍선으로 나옵니다.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고객 상담 중 “이 담보는 어떤 경우에 나오나요?”에 바로 답할 수 있습니다.</a:t>
            </a:r>
          </a:p>
        </p:txBody>
      </p:sp>
      <p:pic>
        <p:nvPicPr>
          <p:cNvPr id="6" name="Picture 5" descr="06-hover-t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마우스 오버 설명 말풍선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05 · 자동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4기 항암약물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4기 항암약물치료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를 선택하면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항암 약물치료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가 함께 선택됩니다.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4기가 선택된 상태에서 항암 약물치료를 해제하려 하면 “해제할 수 없습니다” 안내창이 뜹니다. 4기를 먼저 해제하세요.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4기를 해제하면 함께 선택됐던 항암 약물치료도 같이 해제됩니다.</a:t>
            </a:r>
          </a:p>
        </p:txBody>
      </p:sp>
      <p:pic>
        <p:nvPicPr>
          <p:cNvPr id="6" name="Picture 5" descr="07-stage4-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4기 선택 후 항암약물 해제 시도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05 · 자동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혈전 용해 → 중환자실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혈전 용해 치료(B)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를 선택하면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중환자실 입원(A)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이 함께 선택됩니다. (혈전용해제 사용 환자의 98.9%가 중환자실 입원)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중환자실만 해제하려 하면 설명 안내창이 뜹니다. 혈전 용해를 먼저 해제하세요.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암 수술비를 선택하면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비급여 수술(상급)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도 자동으로 선택됩니다.</a:t>
            </a:r>
          </a:p>
        </p:txBody>
      </p:sp>
      <p:pic>
        <p:nvPicPr>
          <p:cNvPr id="6" name="Picture 5" descr="08-heart-li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혈전 용해 선택 → 중환자실 자동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06 · 암추가보장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암추가보장(치료당) 특약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체크박스를 켜면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치료당 담보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가 계산됩니다. (10억 20만 원 / 5억 10만 원 · 1년 미만 50%)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암 보장에서 선택한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항암 약물·방사선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에 맞춰, 입력한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횟수 × 치료당 금액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이 함께 합산됩니다.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항암약물치료Ⅱ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는 주사제와 주사제 외 중 하나만 선택합니다. 주사제는 횟수(기본 17회)를 직접 입력할 수 있습니다.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방사선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은 암 보장의 항암 방사선치료를 선택하면 자동으로 체크됩니다. 기본 30회이며 수정할 수 있습니다.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유사암(기/갑)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은 유사암 약물·방사선을 선택하면 20% 단가로 자동 합산됩니다.</a:t>
            </a:r>
          </a:p>
        </p:txBody>
      </p:sp>
      <p:pic>
        <p:nvPicPr>
          <p:cNvPr id="6" name="Picture 5" descr="09-pert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암추가보장 특약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06 · 암추가보장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항목별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치료당 줄에 마우스를 올리면 설명이 나옵니다.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주사제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표적·면역항암제는 보통 3주에 한 번, 연 17회 수준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주사제 외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경구투여제(먹는 항암제)는 연간 1회한 → 연 1회로 계산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방사선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주 5회 기준 약 30회 수준</a:t>
            </a:r>
          </a:p>
        </p:txBody>
      </p:sp>
      <p:pic>
        <p:nvPicPr>
          <p:cNvPr id="6" name="Picture 5" descr="10-pertx-t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주사제 줄의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06 · 암추가보장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주사제 외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주사제 외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를 선택하면 횟수 입력 없이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연 1회(20만 원)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만 계산됩니다.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카드 아래쪽에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이번 연차 치료당 합계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와 계산식이 표시됩니다.</a:t>
            </a:r>
          </a:p>
        </p:txBody>
      </p:sp>
      <p:pic>
        <p:nvPicPr>
          <p:cNvPr id="6" name="Picture 5" descr="11-pertx-o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388" y="1143000"/>
            <a:ext cx="3035622" cy="498348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61722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주사제 외 선택 시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07 · 레벨업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10년 차 이후 레벨업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조건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1~9년 차에 쓴 보험금이 통장 한도의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10% 이하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(10억 기준 1억 이하).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효과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: 10년 차 이후 일반 보장은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120%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, 암추가보장(치료당)은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1,000%(10배)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로 상향됩니다.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화면 위쪽에 “LEVEL-UP 달성 완료!” 배너가 나오고, 금액 옆에 “(120% 상향)”이 표시됩니다.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조건을 넘기면 10년 차 버튼이 “10년 차(레벨업X)”로 바뀌고 상향이 적용되지 않습니다.</a:t>
            </a:r>
          </a:p>
        </p:txBody>
      </p:sp>
      <p:pic>
        <p:nvPicPr>
          <p:cNvPr id="6" name="Picture 5" descr="14-level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10년 차: 일반 보장 120% 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07 · 레벨업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치료당 1,000%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레벨업된 치료당 금액(200만 원) 또는 “(1,000%)”에 마우스를 올리면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레벨업 설명과 지급금액 예시 표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가 나옵니다.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표 : 주요치료 = 지급금액의 120%, 암추가보장 = 지급금액의 10배.</a:t>
            </a:r>
          </a:p>
        </p:txBody>
      </p:sp>
      <p:pic>
        <p:nvPicPr>
          <p:cNvPr id="6" name="Picture 5" descr="15-levelup-t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1,000% 설명과 LEVEL-UP 예시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07 · 레벨업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면책/감액 · 레벨업 상세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화면 맨 아래에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가입 직후 보장 제한(면책/감액)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 요약과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레벨업 상세 설명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이 있습니다.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암은 90일 면책 후 보장 개시, 1년 미만 50% 감액(소액암 제외) / 뇌·심장은 면책 없음, 1년 미만 50% 감액.</a:t>
            </a:r>
          </a:p>
        </p:txBody>
      </p:sp>
      <p:pic>
        <p:nvPicPr>
          <p:cNvPr id="6" name="Picture 5" descr="13-info-box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면책·감액 요약과 레벨업 상세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08 ·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연도별 보장금액 합산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선택한 연차마다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막대 그래프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가 쌓입니다. 색은 수술(빨강)·약물(파랑)·방사선(노랑)·암추가(자홍 줄무늬)·뇌심(보라/청록)·기타(회색)입니다.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막대 조각에 마우스를 올리면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항목 이름과 금액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이 나오고,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클릭하면 그 항목이 삭제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됩니다.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암추가(자홍) 조각은 금액이 작아도 올리기 쉽도록 일정 높이 이상으로 그려집니다.</a:t>
            </a:r>
          </a:p>
        </p:txBody>
      </p:sp>
      <p:pic>
        <p:nvPicPr>
          <p:cNvPr id="6" name="Picture 5" descr="12-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연도별 합산 막대 그래프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08 ·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여러 연차를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480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잔고 막대 안에 </a:t>
            </a:r>
            <a:r>
              <a:rPr sz="1600" b="1">
                <a:solidFill>
                  <a:srgbClr val="1A2744"/>
                </a:solidFill>
                <a:latin typeface="맑은 고딕"/>
              </a:rPr>
              <a:t>-사용 비율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이 표시되고, 금액 옆에 (잔여 % / 사용 %)가 함께 나옵니다.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600" b="0">
                <a:solidFill>
                  <a:srgbClr val="26282C"/>
                </a:solidFill>
                <a:latin typeface="맑은 고딕"/>
              </a:rPr>
              <a:t>연차를 바꿔 가며 선택하면 그래프에 연차별 막대가 차례로 쌓입니다.</a:t>
            </a:r>
          </a:p>
        </p:txBody>
      </p:sp>
      <p:pic>
        <p:nvPicPr>
          <p:cNvPr id="6" name="Picture 5" descr="17-many-ye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169986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120640" y="535870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3년 차·12년 차 선택 후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09 · 통장 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10억 / 5억 통장</a:t>
            </a:r>
          </a:p>
        </p:txBody>
      </p:sp>
      <p:pic>
        <p:nvPicPr>
          <p:cNvPr id="5" name="Picture 4" descr="18-plan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14" y="1097280"/>
            <a:ext cx="9421090" cy="274320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023360"/>
            <a:ext cx="10881360" cy="2651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제목줄의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프리미엄 10억 통장 · 표준형 5억 통장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버튼으로 한도를 바꿉니다.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한도에 따라 담보 금액과 치료당 단가(20만/10만 원)가 바뀝니다.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한도를 바꾸면 입력한 내용이 초기화되며 확인창이 한 번 뜹니다.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5억 통장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B37E"/>
                </a:solidFill>
                <a:latin typeface="맑은 고딕"/>
              </a:rPr>
              <a:t>STEP 10 · 인쇄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가로 인쇄 보고서</a:t>
            </a:r>
          </a:p>
        </p:txBody>
      </p:sp>
      <p:pic>
        <p:nvPicPr>
          <p:cNvPr id="5" name="Picture 4" descr="16-print-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23" y="1097280"/>
            <a:ext cx="6388273" cy="2743200"/>
          </a:xfrm>
          <a:prstGeom prst="rect">
            <a:avLst/>
          </a:prstGeom>
          <a:ln w="9525">
            <a:solidFill>
              <a:srgbClr val="D8DE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023360"/>
            <a:ext cx="10881360" cy="2651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영업전략에서 연 시뮬레이터 위쪽 바의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🖨 인쇄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 버튼(PC)을 누르면 A4 가로 인쇄창이 열립니다.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보고서 맨 위에 </a:t>
            </a:r>
            <a:r>
              <a:rPr sz="1500" b="1">
                <a:solidFill>
                  <a:srgbClr val="1A2744"/>
                </a:solidFill>
                <a:latin typeface="맑은 고딕"/>
              </a:rPr>
              <a:t>가입 후 경과 기간 띠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가 있어 담보를 선택한 연차가 주황색으로 표시됩니다.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아래에 연차별 막대와 항목별 설명 상자(항목명·금액·감액/상향 표시)가 가로로 4칸씩 나옵니다.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651A"/>
                </a:solidFill>
                <a:latin typeface="맑은 고딕"/>
              </a:rPr>
              <a:t>✓ </a:t>
            </a:r>
            <a:r>
              <a:rPr sz="1500" b="0">
                <a:solidFill>
                  <a:srgbClr val="26282C"/>
                </a:solidFill>
                <a:latin typeface="맑은 고딕"/>
              </a:rPr>
              <a:t>선택한 담보가 없으면 “인쇄할 결과가 없습니다” 안내가 뜹니다.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078"/>
                </a:solidFill>
                <a:latin typeface="맑은 고딕"/>
              </a:rPr>
              <a:t>인쇄 보고서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078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주사제 외는 왜 1회만 계산되나요?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약관상 주사제 외(먹는 항암제 등)는 연간 1회한이어서 횟수를 입력받지 않고 연 1회로 계산합니다.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10년 차인데 레벨업이 안 돼요.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1~9년 차 사용액이 통장 한도의 10%를 넘었는지 확인하세요. 넘으면 레벨업이 적용되지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항암 약물치료가 해제되지 않아요.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215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4기 항암약물치료가 선택되어 있으면 함께 적용됩니다. 4기를 먼저 해제하세요.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인쇄 버튼이 보이지 않아요.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0799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🖨 버튼은 PC(화면 폭 768px 이상)에서만 나옵니다. 휴대폰은 “결과 보내기”를 사용합니다.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맑은 고딕"/>
              </a:rPr>
              <a:t>Q. 이 금액은 실제 지급액인가요?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1383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82C"/>
                </a:solidFill>
                <a:latin typeface="맑은 고딕"/>
              </a:rPr>
              <a:t>아닙니다. 교육용 시뮬레이션이며 실제 보험금은 약관과 심사 기준에 따릅니다.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078"/>
                </a:solidFill>
                <a:latin typeface="맑은 고딕"/>
              </a:rPr>
              <a:t>※ 교육용 시뮬레이션이며 실제 보험금 지급은 약관과 심사 기준에 따릅니다.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